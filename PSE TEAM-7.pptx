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2" r:id="rId6"/>
    <p:sldId id="260" r:id="rId7"/>
    <p:sldId id="270" r:id="rId8"/>
    <p:sldId id="268" r:id="rId9"/>
    <p:sldId id="271" r:id="rId10"/>
    <p:sldId id="272" r:id="rId11"/>
    <p:sldId id="26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64" d="100"/>
          <a:sy n="64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ada Pachaury" userId="ada122c67e2e6c11" providerId="LiveId" clId="{223470EB-E75D-48FD-950A-BA15FCD4A66B}"/>
    <pc:docChg chg="undo custSel addSld delSld modSld sldOrd">
      <pc:chgData name="Sampada Pachaury" userId="ada122c67e2e6c11" providerId="LiveId" clId="{223470EB-E75D-48FD-950A-BA15FCD4A66B}" dt="2026-10-15T07:56:34.238" v="2611" actId="403"/>
      <pc:docMkLst>
        <pc:docMk/>
      </pc:docMkLst>
      <pc:sldChg chg="modSp mod">
        <pc:chgData name="Sampada Pachaury" userId="ada122c67e2e6c11" providerId="LiveId" clId="{223470EB-E75D-48FD-950A-BA15FCD4A66B}" dt="2026-10-14T06:59:47.849" v="1703" actId="404"/>
        <pc:sldMkLst>
          <pc:docMk/>
          <pc:sldMk cId="127098434" sldId="256"/>
        </pc:sldMkLst>
        <pc:spChg chg="mod">
          <ac:chgData name="Sampada Pachaury" userId="ada122c67e2e6c11" providerId="LiveId" clId="{223470EB-E75D-48FD-950A-BA15FCD4A66B}" dt="2026-10-14T06:59:47.849" v="1703" actId="404"/>
          <ac:spMkLst>
            <pc:docMk/>
            <pc:sldMk cId="127098434" sldId="256"/>
            <ac:spMk id="6" creationId="{724EC786-BBFF-4914-792B-69599DEA8188}"/>
          </ac:spMkLst>
        </pc:spChg>
        <pc:picChg chg="mod">
          <ac:chgData name="Sampada Pachaury" userId="ada122c67e2e6c11" providerId="LiveId" clId="{223470EB-E75D-48FD-950A-BA15FCD4A66B}" dt="2026-10-14T05:50:14.752" v="285" actId="1076"/>
          <ac:picMkLst>
            <pc:docMk/>
            <pc:sldMk cId="127098434" sldId="256"/>
            <ac:picMk id="5" creationId="{C7D759AB-D8CF-2761-A3DD-F6613C4CED19}"/>
          </ac:picMkLst>
        </pc:picChg>
      </pc:sldChg>
      <pc:sldChg chg="addSp delSp modSp add del mod">
        <pc:chgData name="Sampada Pachaury" userId="ada122c67e2e6c11" providerId="LiveId" clId="{223470EB-E75D-48FD-950A-BA15FCD4A66B}" dt="2026-10-15T07:56:34.238" v="2611" actId="403"/>
        <pc:sldMkLst>
          <pc:docMk/>
          <pc:sldMk cId="1586207193" sldId="257"/>
        </pc:sldMkLst>
        <pc:spChg chg="mod">
          <ac:chgData name="Sampada Pachaury" userId="ada122c67e2e6c11" providerId="LiveId" clId="{223470EB-E75D-48FD-950A-BA15FCD4A66B}" dt="2026-10-14T05:47:04.554" v="7" actId="20577"/>
          <ac:spMkLst>
            <pc:docMk/>
            <pc:sldMk cId="1586207193" sldId="257"/>
            <ac:spMk id="5" creationId="{7BF5A0D5-E2FC-F678-4782-02E25F169099}"/>
          </ac:spMkLst>
        </pc:spChg>
        <pc:spChg chg="add mod">
          <ac:chgData name="Sampada Pachaury" userId="ada122c67e2e6c11" providerId="LiveId" clId="{223470EB-E75D-48FD-950A-BA15FCD4A66B}" dt="2026-10-15T07:56:34.238" v="2611" actId="403"/>
          <ac:spMkLst>
            <pc:docMk/>
            <pc:sldMk cId="1586207193" sldId="257"/>
            <ac:spMk id="8" creationId="{5B228B47-0AD5-CDA0-0E7A-83FB24DF26AA}"/>
          </ac:spMkLst>
        </pc:spChg>
        <pc:graphicFrameChg chg="add del mod modGraphic">
          <ac:chgData name="Sampada Pachaury" userId="ada122c67e2e6c11" providerId="LiveId" clId="{223470EB-E75D-48FD-950A-BA15FCD4A66B}" dt="2026-10-15T07:54:46.738" v="2561" actId="478"/>
          <ac:graphicFrameMkLst>
            <pc:docMk/>
            <pc:sldMk cId="1586207193" sldId="257"/>
            <ac:graphicFrameMk id="3" creationId="{CD257F63-5147-C9B2-C107-E86E9FD7820B}"/>
          </ac:graphicFrameMkLst>
        </pc:graphicFrameChg>
      </pc:sldChg>
      <pc:sldChg chg="modSp mod">
        <pc:chgData name="Sampada Pachaury" userId="ada122c67e2e6c11" providerId="LiveId" clId="{223470EB-E75D-48FD-950A-BA15FCD4A66B}" dt="2026-10-14T07:13:52.970" v="1758" actId="313"/>
        <pc:sldMkLst>
          <pc:docMk/>
          <pc:sldMk cId="957169330" sldId="258"/>
        </pc:sldMkLst>
        <pc:spChg chg="mod">
          <ac:chgData name="Sampada Pachaury" userId="ada122c67e2e6c11" providerId="LiveId" clId="{223470EB-E75D-48FD-950A-BA15FCD4A66B}" dt="2026-10-14T07:13:52.970" v="1758" actId="313"/>
          <ac:spMkLst>
            <pc:docMk/>
            <pc:sldMk cId="957169330" sldId="258"/>
            <ac:spMk id="5" creationId="{B29F1A7B-CDFD-1174-6686-C54D44499F0D}"/>
          </ac:spMkLst>
        </pc:spChg>
      </pc:sldChg>
      <pc:sldChg chg="addSp modSp mod">
        <pc:chgData name="Sampada Pachaury" userId="ada122c67e2e6c11" providerId="LiveId" clId="{223470EB-E75D-48FD-950A-BA15FCD4A66B}" dt="2026-10-14T07:15:11.566" v="1764" actId="20577"/>
        <pc:sldMkLst>
          <pc:docMk/>
          <pc:sldMk cId="441322690" sldId="259"/>
        </pc:sldMkLst>
        <pc:spChg chg="mod">
          <ac:chgData name="Sampada Pachaury" userId="ada122c67e2e6c11" providerId="LiveId" clId="{223470EB-E75D-48FD-950A-BA15FCD4A66B}" dt="2026-10-14T07:15:11.566" v="1764" actId="20577"/>
          <ac:spMkLst>
            <pc:docMk/>
            <pc:sldMk cId="441322690" sldId="259"/>
            <ac:spMk id="5" creationId="{CA25A655-DC4C-09F2-C1EC-B86470C4EF8E}"/>
          </ac:spMkLst>
        </pc:spChg>
        <pc:spChg chg="add mod">
          <ac:chgData name="Sampada Pachaury" userId="ada122c67e2e6c11" providerId="LiveId" clId="{223470EB-E75D-48FD-950A-BA15FCD4A66B}" dt="2026-10-14T07:01:07.113" v="1718" actId="20577"/>
          <ac:spMkLst>
            <pc:docMk/>
            <pc:sldMk cId="441322690" sldId="259"/>
            <ac:spMk id="7" creationId="{0C55E58C-B0A1-592B-C188-159D2460A24F}"/>
          </ac:spMkLst>
        </pc:spChg>
      </pc:sldChg>
      <pc:sldChg chg="modSp mod ord">
        <pc:chgData name="Sampada Pachaury" userId="ada122c67e2e6c11" providerId="LiveId" clId="{223470EB-E75D-48FD-950A-BA15FCD4A66B}" dt="2026-10-14T07:21:15.998" v="1784"/>
        <pc:sldMkLst>
          <pc:docMk/>
          <pc:sldMk cId="3791113628" sldId="260"/>
        </pc:sldMkLst>
        <pc:spChg chg="mod">
          <ac:chgData name="Sampada Pachaury" userId="ada122c67e2e6c11" providerId="LiveId" clId="{223470EB-E75D-48FD-950A-BA15FCD4A66B}" dt="2026-10-14T06:01:43.479" v="1043" actId="114"/>
          <ac:spMkLst>
            <pc:docMk/>
            <pc:sldMk cId="3791113628" sldId="260"/>
            <ac:spMk id="5" creationId="{F5694089-A172-E8CC-FC99-4D065399677A}"/>
          </ac:spMkLst>
        </pc:spChg>
      </pc:sldChg>
      <pc:sldChg chg="modSp add del mod">
        <pc:chgData name="Sampada Pachaury" userId="ada122c67e2e6c11" providerId="LiveId" clId="{223470EB-E75D-48FD-950A-BA15FCD4A66B}" dt="2026-10-14T07:33:02.005" v="1944" actId="47"/>
        <pc:sldMkLst>
          <pc:docMk/>
          <pc:sldMk cId="3705574232" sldId="261"/>
        </pc:sldMkLst>
        <pc:spChg chg="mod">
          <ac:chgData name="Sampada Pachaury" userId="ada122c67e2e6c11" providerId="LiveId" clId="{223470EB-E75D-48FD-950A-BA15FCD4A66B}" dt="2026-10-14T06:06:54.045" v="1577" actId="20577"/>
          <ac:spMkLst>
            <pc:docMk/>
            <pc:sldMk cId="3705574232" sldId="261"/>
            <ac:spMk id="5" creationId="{69F29734-6A6D-CF19-249A-261D6358964D}"/>
          </ac:spMkLst>
        </pc:spChg>
      </pc:sldChg>
      <pc:sldChg chg="addSp modSp mod">
        <pc:chgData name="Sampada Pachaury" userId="ada122c67e2e6c11" providerId="LiveId" clId="{223470EB-E75D-48FD-950A-BA15FCD4A66B}" dt="2026-10-14T14:11:29.264" v="2264" actId="20577"/>
        <pc:sldMkLst>
          <pc:docMk/>
          <pc:sldMk cId="2960876306" sldId="262"/>
        </pc:sldMkLst>
        <pc:spChg chg="mod">
          <ac:chgData name="Sampada Pachaury" userId="ada122c67e2e6c11" providerId="LiveId" clId="{223470EB-E75D-48FD-950A-BA15FCD4A66B}" dt="2026-10-14T07:15:58.320" v="1780" actId="20577"/>
          <ac:spMkLst>
            <pc:docMk/>
            <pc:sldMk cId="2960876306" sldId="262"/>
            <ac:spMk id="5" creationId="{C42D008D-A9D1-78BA-E58D-FD9F757F9DCF}"/>
          </ac:spMkLst>
        </pc:spChg>
        <pc:spChg chg="add mod">
          <ac:chgData name="Sampada Pachaury" userId="ada122c67e2e6c11" providerId="LiveId" clId="{223470EB-E75D-48FD-950A-BA15FCD4A66B}" dt="2026-10-14T05:57:20.313" v="657" actId="1076"/>
          <ac:spMkLst>
            <pc:docMk/>
            <pc:sldMk cId="2960876306" sldId="262"/>
            <ac:spMk id="7" creationId="{486BE81A-948F-C507-2CDB-3547B7EEDE6B}"/>
          </ac:spMkLst>
        </pc:spChg>
        <pc:graphicFrameChg chg="modGraphic">
          <ac:chgData name="Sampada Pachaury" userId="ada122c67e2e6c11" providerId="LiveId" clId="{223470EB-E75D-48FD-950A-BA15FCD4A66B}" dt="2026-10-14T14:11:29.264" v="2264" actId="20577"/>
          <ac:graphicFrameMkLst>
            <pc:docMk/>
            <pc:sldMk cId="2960876306" sldId="262"/>
            <ac:graphicFrameMk id="3" creationId="{520DF51C-8A9B-BCF8-BFD4-94A49E477B0A}"/>
          </ac:graphicFrameMkLst>
        </pc:graphicFrameChg>
        <pc:picChg chg="mod">
          <ac:chgData name="Sampada Pachaury" userId="ada122c67e2e6c11" providerId="LiveId" clId="{223470EB-E75D-48FD-950A-BA15FCD4A66B}" dt="2026-10-14T05:57:08.312" v="655" actId="1076"/>
          <ac:picMkLst>
            <pc:docMk/>
            <pc:sldMk cId="2960876306" sldId="262"/>
            <ac:picMk id="4" creationId="{892BA78F-8D75-E91C-175F-C977C92E1D5A}"/>
          </ac:picMkLst>
        </pc:picChg>
      </pc:sldChg>
      <pc:sldChg chg="modSp mod">
        <pc:chgData name="Sampada Pachaury" userId="ada122c67e2e6c11" providerId="LiveId" clId="{223470EB-E75D-48FD-950A-BA15FCD4A66B}" dt="2026-10-14T07:38:15.430" v="2251" actId="20577"/>
        <pc:sldMkLst>
          <pc:docMk/>
          <pc:sldMk cId="2835710335" sldId="267"/>
        </pc:sldMkLst>
        <pc:spChg chg="mod">
          <ac:chgData name="Sampada Pachaury" userId="ada122c67e2e6c11" providerId="LiveId" clId="{223470EB-E75D-48FD-950A-BA15FCD4A66B}" dt="2026-10-14T07:38:15.430" v="2251" actId="20577"/>
          <ac:spMkLst>
            <pc:docMk/>
            <pc:sldMk cId="2835710335" sldId="267"/>
            <ac:spMk id="3" creationId="{139FB695-63A5-C6FA-EDDA-B448061FD64A}"/>
          </ac:spMkLst>
        </pc:spChg>
      </pc:sldChg>
      <pc:sldChg chg="addSp delSp modSp mod">
        <pc:chgData name="Sampada Pachaury" userId="ada122c67e2e6c11" providerId="LiveId" clId="{223470EB-E75D-48FD-950A-BA15FCD4A66B}" dt="2026-10-14T07:32:26.254" v="1920" actId="478"/>
        <pc:sldMkLst>
          <pc:docMk/>
          <pc:sldMk cId="2319780984" sldId="268"/>
        </pc:sldMkLst>
        <pc:spChg chg="mod">
          <ac:chgData name="Sampada Pachaury" userId="ada122c67e2e6c11" providerId="LiveId" clId="{223470EB-E75D-48FD-950A-BA15FCD4A66B}" dt="2026-10-14T06:05:48.514" v="1430" actId="20577"/>
          <ac:spMkLst>
            <pc:docMk/>
            <pc:sldMk cId="2319780984" sldId="268"/>
            <ac:spMk id="5" creationId="{1DC984AE-ADA7-9390-0279-0FA6173157D3}"/>
          </ac:spMkLst>
        </pc:spChg>
        <pc:spChg chg="add del mod">
          <ac:chgData name="Sampada Pachaury" userId="ada122c67e2e6c11" providerId="LiveId" clId="{223470EB-E75D-48FD-950A-BA15FCD4A66B}" dt="2026-10-14T07:32:26.254" v="1920" actId="478"/>
          <ac:spMkLst>
            <pc:docMk/>
            <pc:sldMk cId="2319780984" sldId="268"/>
            <ac:spMk id="7" creationId="{4AC13D83-6EDF-0F06-FDCC-05304798CCE5}"/>
          </ac:spMkLst>
        </pc:spChg>
      </pc:sldChg>
      <pc:sldChg chg="addSp modSp mod">
        <pc:chgData name="Sampada Pachaury" userId="ada122c67e2e6c11" providerId="LiveId" clId="{223470EB-E75D-48FD-950A-BA15FCD4A66B}" dt="2026-10-14T07:36:18.987" v="2115" actId="20577"/>
        <pc:sldMkLst>
          <pc:docMk/>
          <pc:sldMk cId="1869693364" sldId="269"/>
        </pc:sldMkLst>
        <pc:spChg chg="mod">
          <ac:chgData name="Sampada Pachaury" userId="ada122c67e2e6c11" providerId="LiveId" clId="{223470EB-E75D-48FD-950A-BA15FCD4A66B}" dt="2026-10-14T07:36:00.637" v="2103" actId="20577"/>
          <ac:spMkLst>
            <pc:docMk/>
            <pc:sldMk cId="1869693364" sldId="269"/>
            <ac:spMk id="5" creationId="{60C8C123-043B-2ED3-84F6-17991469FBE4}"/>
          </ac:spMkLst>
        </pc:spChg>
        <pc:spChg chg="add mod">
          <ac:chgData name="Sampada Pachaury" userId="ada122c67e2e6c11" providerId="LiveId" clId="{223470EB-E75D-48FD-950A-BA15FCD4A66B}" dt="2026-10-14T07:36:18.987" v="2115" actId="20577"/>
          <ac:spMkLst>
            <pc:docMk/>
            <pc:sldMk cId="1869693364" sldId="269"/>
            <ac:spMk id="7" creationId="{22433DFA-188C-57E0-60A9-12C9BEC19E87}"/>
          </ac:spMkLst>
        </pc:spChg>
      </pc:sldChg>
      <pc:sldChg chg="modSp mod">
        <pc:chgData name="Sampada Pachaury" userId="ada122c67e2e6c11" providerId="LiveId" clId="{223470EB-E75D-48FD-950A-BA15FCD4A66B}" dt="2026-10-14T07:25:13.638" v="1914" actId="20577"/>
        <pc:sldMkLst>
          <pc:docMk/>
          <pc:sldMk cId="3050043833" sldId="270"/>
        </pc:sldMkLst>
        <pc:spChg chg="mod">
          <ac:chgData name="Sampada Pachaury" userId="ada122c67e2e6c11" providerId="LiveId" clId="{223470EB-E75D-48FD-950A-BA15FCD4A66B}" dt="2026-10-14T07:25:13.638" v="1914" actId="20577"/>
          <ac:spMkLst>
            <pc:docMk/>
            <pc:sldMk cId="3050043833" sldId="270"/>
            <ac:spMk id="5" creationId="{82F79E95-4B16-3D46-7383-9973B27E04D9}"/>
          </ac:spMkLst>
        </pc:spChg>
        <pc:picChg chg="mod">
          <ac:chgData name="Sampada Pachaury" userId="ada122c67e2e6c11" providerId="LiveId" clId="{223470EB-E75D-48FD-950A-BA15FCD4A66B}" dt="2026-10-14T06:01:50.105" v="1045" actId="1076"/>
          <ac:picMkLst>
            <pc:docMk/>
            <pc:sldMk cId="3050043833" sldId="270"/>
            <ac:picMk id="4" creationId="{BB7698F0-F4D9-81B3-15CC-98970C840792}"/>
          </ac:picMkLst>
        </pc:picChg>
      </pc:sldChg>
      <pc:sldChg chg="addSp delSp modSp add mod">
        <pc:chgData name="Sampada Pachaury" userId="ada122c67e2e6c11" providerId="LiveId" clId="{223470EB-E75D-48FD-950A-BA15FCD4A66B}" dt="2026-10-14T07:34:52.263" v="2027" actId="478"/>
        <pc:sldMkLst>
          <pc:docMk/>
          <pc:sldMk cId="2083873678" sldId="271"/>
        </pc:sldMkLst>
        <pc:spChg chg="del">
          <ac:chgData name="Sampada Pachaury" userId="ada122c67e2e6c11" providerId="LiveId" clId="{223470EB-E75D-48FD-950A-BA15FCD4A66B}" dt="2026-10-14T07:32:32.144" v="1921" actId="478"/>
          <ac:spMkLst>
            <pc:docMk/>
            <pc:sldMk cId="2083873678" sldId="271"/>
            <ac:spMk id="5" creationId="{E0D118AC-530A-20BA-62AA-0174F76E7470}"/>
          </ac:spMkLst>
        </pc:spChg>
        <pc:spChg chg="del mod">
          <ac:chgData name="Sampada Pachaury" userId="ada122c67e2e6c11" providerId="LiveId" clId="{223470EB-E75D-48FD-950A-BA15FCD4A66B}" dt="2026-10-14T07:34:52.263" v="2027" actId="478"/>
          <ac:spMkLst>
            <pc:docMk/>
            <pc:sldMk cId="2083873678" sldId="271"/>
            <ac:spMk id="7" creationId="{6B23BAA1-C578-C03E-5E32-E99991951FBA}"/>
          </ac:spMkLst>
        </pc:spChg>
        <pc:spChg chg="add mod">
          <ac:chgData name="Sampada Pachaury" userId="ada122c67e2e6c11" providerId="LiveId" clId="{223470EB-E75D-48FD-950A-BA15FCD4A66B}" dt="2026-10-14T07:34:36.238" v="2025" actId="1076"/>
          <ac:spMkLst>
            <pc:docMk/>
            <pc:sldMk cId="2083873678" sldId="271"/>
            <ac:spMk id="8" creationId="{9D4B12A9-FDED-ACEC-8338-C826902F0B16}"/>
          </ac:spMkLst>
        </pc:spChg>
      </pc:sldChg>
      <pc:sldChg chg="new del">
        <pc:chgData name="Sampada Pachaury" userId="ada122c67e2e6c11" providerId="LiveId" clId="{223470EB-E75D-48FD-950A-BA15FCD4A66B}" dt="2026-10-14T07:32:03.780" v="1918" actId="680"/>
        <pc:sldMkLst>
          <pc:docMk/>
          <pc:sldMk cId="2979820786" sldId="271"/>
        </pc:sldMkLst>
      </pc:sldChg>
    </pc:docChg>
  </pc:docChgLst>
  <pc:docChgLst>
    <pc:chgData name="Varshith Reddy" userId="90f95c95fc59ccbb" providerId="LiveId" clId="{097FCA9F-27E2-4085-A7CB-06FAE60809D7}"/>
    <pc:docChg chg="undo custSel addSld delSld modSld sldOrd">
      <pc:chgData name="Varshith Reddy" userId="90f95c95fc59ccbb" providerId="LiveId" clId="{097FCA9F-27E2-4085-A7CB-06FAE60809D7}" dt="2026-10-14T07:53:52.287" v="1259" actId="20577"/>
      <pc:docMkLst>
        <pc:docMk/>
      </pc:docMkLst>
      <pc:sldChg chg="modSp mod">
        <pc:chgData name="Varshith Reddy" userId="90f95c95fc59ccbb" providerId="LiveId" clId="{097FCA9F-27E2-4085-A7CB-06FAE60809D7}" dt="2026-10-14T07:52:17.135" v="1248" actId="20577"/>
        <pc:sldMkLst>
          <pc:docMk/>
          <pc:sldMk cId="127098434" sldId="256"/>
        </pc:sldMkLst>
        <pc:spChg chg="mod">
          <ac:chgData name="Varshith Reddy" userId="90f95c95fc59ccbb" providerId="LiveId" clId="{097FCA9F-27E2-4085-A7CB-06FAE60809D7}" dt="2026-10-14T07:52:17.135" v="1248" actId="20577"/>
          <ac:spMkLst>
            <pc:docMk/>
            <pc:sldMk cId="127098434" sldId="256"/>
            <ac:spMk id="6" creationId="{724EC786-BBFF-4914-792B-69599DEA8188}"/>
          </ac:spMkLst>
        </pc:spChg>
        <pc:spChg chg="mod">
          <ac:chgData name="Varshith Reddy" userId="90f95c95fc59ccbb" providerId="LiveId" clId="{097FCA9F-27E2-4085-A7CB-06FAE60809D7}" dt="2026-10-07T04:57:59.125" v="144" actId="14100"/>
          <ac:spMkLst>
            <pc:docMk/>
            <pc:sldMk cId="127098434" sldId="256"/>
            <ac:spMk id="7" creationId="{6C8AD158-804A-A380-B7BB-DC7C34BC72A8}"/>
          </ac:spMkLst>
        </pc:spChg>
        <pc:picChg chg="mod">
          <ac:chgData name="Varshith Reddy" userId="90f95c95fc59ccbb" providerId="LiveId" clId="{097FCA9F-27E2-4085-A7CB-06FAE60809D7}" dt="2026-10-14T07:43:32.204" v="1075" actId="1076"/>
          <ac:picMkLst>
            <pc:docMk/>
            <pc:sldMk cId="127098434" sldId="256"/>
            <ac:picMk id="5" creationId="{C7D759AB-D8CF-2761-A3DD-F6613C4CED19}"/>
          </ac:picMkLst>
        </pc:picChg>
      </pc:sldChg>
      <pc:sldChg chg="addSp modSp mod">
        <pc:chgData name="Varshith Reddy" userId="90f95c95fc59ccbb" providerId="LiveId" clId="{097FCA9F-27E2-4085-A7CB-06FAE60809D7}" dt="2026-10-14T04:49:35.673" v="1061" actId="1076"/>
        <pc:sldMkLst>
          <pc:docMk/>
          <pc:sldMk cId="1586207193" sldId="257"/>
        </pc:sldMkLst>
        <pc:spChg chg="mod">
          <ac:chgData name="Varshith Reddy" userId="90f95c95fc59ccbb" providerId="LiveId" clId="{097FCA9F-27E2-4085-A7CB-06FAE60809D7}" dt="2026-10-14T04:49:35.673" v="1061" actId="1076"/>
          <ac:spMkLst>
            <pc:docMk/>
            <pc:sldMk cId="1586207193" sldId="257"/>
            <ac:spMk id="5" creationId="{7BF5A0D5-E2FC-F678-4782-02E25F169099}"/>
          </ac:spMkLst>
        </pc:spChg>
        <pc:spChg chg="add mod">
          <ac:chgData name="Varshith Reddy" userId="90f95c95fc59ccbb" providerId="LiveId" clId="{097FCA9F-27E2-4085-A7CB-06FAE60809D7}" dt="2026-10-07T04:58:08.007" v="145" actId="1076"/>
          <ac:spMkLst>
            <pc:docMk/>
            <pc:sldMk cId="1586207193" sldId="257"/>
            <ac:spMk id="7" creationId="{C08CBF45-E49D-62D9-C1E4-AAA85F45E7F9}"/>
          </ac:spMkLst>
        </pc:spChg>
      </pc:sldChg>
      <pc:sldChg chg="addSp delSp modSp mod">
        <pc:chgData name="Varshith Reddy" userId="90f95c95fc59ccbb" providerId="LiveId" clId="{097FCA9F-27E2-4085-A7CB-06FAE60809D7}" dt="2026-10-14T07:49:21.184" v="1178" actId="1076"/>
        <pc:sldMkLst>
          <pc:docMk/>
          <pc:sldMk cId="957169330" sldId="258"/>
        </pc:sldMkLst>
        <pc:spChg chg="mod">
          <ac:chgData name="Varshith Reddy" userId="90f95c95fc59ccbb" providerId="LiveId" clId="{097FCA9F-27E2-4085-A7CB-06FAE60809D7}" dt="2026-10-14T07:49:21.184" v="1178" actId="1076"/>
          <ac:spMkLst>
            <pc:docMk/>
            <pc:sldMk cId="957169330" sldId="258"/>
            <ac:spMk id="5" creationId="{B29F1A7B-CDFD-1174-6686-C54D44499F0D}"/>
          </ac:spMkLst>
        </pc:spChg>
        <pc:spChg chg="add mod">
          <ac:chgData name="Varshith Reddy" userId="90f95c95fc59ccbb" providerId="LiveId" clId="{097FCA9F-27E2-4085-A7CB-06FAE60809D7}" dt="2026-10-07T04:59:32.561" v="165" actId="14100"/>
          <ac:spMkLst>
            <pc:docMk/>
            <pc:sldMk cId="957169330" sldId="258"/>
            <ac:spMk id="8" creationId="{EF1C2C02-6CE6-3FA8-A5BB-D846BFC0ADAD}"/>
          </ac:spMkLst>
        </pc:spChg>
      </pc:sldChg>
      <pc:sldChg chg="addSp modSp mod ord">
        <pc:chgData name="Varshith Reddy" userId="90f95c95fc59ccbb" providerId="LiveId" clId="{097FCA9F-27E2-4085-A7CB-06FAE60809D7}" dt="2026-10-14T07:49:50.501" v="1179" actId="1076"/>
        <pc:sldMkLst>
          <pc:docMk/>
          <pc:sldMk cId="441322690" sldId="259"/>
        </pc:sldMkLst>
        <pc:spChg chg="mod">
          <ac:chgData name="Varshith Reddy" userId="90f95c95fc59ccbb" providerId="LiveId" clId="{097FCA9F-27E2-4085-A7CB-06FAE60809D7}" dt="2026-10-14T07:49:50.501" v="1179" actId="1076"/>
          <ac:spMkLst>
            <pc:docMk/>
            <pc:sldMk cId="441322690" sldId="259"/>
            <ac:spMk id="5" creationId="{CA25A655-DC4C-09F2-C1EC-B86470C4EF8E}"/>
          </ac:spMkLst>
        </pc:spChg>
        <pc:spChg chg="add mod">
          <ac:chgData name="Varshith Reddy" userId="90f95c95fc59ccbb" providerId="LiveId" clId="{097FCA9F-27E2-4085-A7CB-06FAE60809D7}" dt="2026-10-07T05:00:35.716" v="361" actId="1076"/>
          <ac:spMkLst>
            <pc:docMk/>
            <pc:sldMk cId="441322690" sldId="259"/>
            <ac:spMk id="6" creationId="{AE4766DD-2D79-517B-1E94-335580B8008F}"/>
          </ac:spMkLst>
        </pc:spChg>
        <pc:spChg chg="mod">
          <ac:chgData name="Varshith Reddy" userId="90f95c95fc59ccbb" providerId="LiveId" clId="{097FCA9F-27E2-4085-A7CB-06FAE60809D7}" dt="2026-10-14T07:46:32.933" v="1162" actId="122"/>
          <ac:spMkLst>
            <pc:docMk/>
            <pc:sldMk cId="441322690" sldId="259"/>
            <ac:spMk id="7" creationId="{0C55E58C-B0A1-592B-C188-159D2460A24F}"/>
          </ac:spMkLst>
        </pc:spChg>
      </pc:sldChg>
      <pc:sldChg chg="addSp modSp mod">
        <pc:chgData name="Varshith Reddy" userId="90f95c95fc59ccbb" providerId="LiveId" clId="{097FCA9F-27E2-4085-A7CB-06FAE60809D7}" dt="2026-10-14T07:47:07.130" v="1168" actId="1076"/>
        <pc:sldMkLst>
          <pc:docMk/>
          <pc:sldMk cId="3791113628" sldId="260"/>
        </pc:sldMkLst>
        <pc:spChg chg="mod">
          <ac:chgData name="Varshith Reddy" userId="90f95c95fc59ccbb" providerId="LiveId" clId="{097FCA9F-27E2-4085-A7CB-06FAE60809D7}" dt="2026-10-14T07:47:07.130" v="1168" actId="1076"/>
          <ac:spMkLst>
            <pc:docMk/>
            <pc:sldMk cId="3791113628" sldId="260"/>
            <ac:spMk id="5" creationId="{F5694089-A172-E8CC-FC99-4D065399677A}"/>
          </ac:spMkLst>
        </pc:spChg>
        <pc:spChg chg="add mod">
          <ac:chgData name="Varshith Reddy" userId="90f95c95fc59ccbb" providerId="LiveId" clId="{097FCA9F-27E2-4085-A7CB-06FAE60809D7}" dt="2026-10-14T05:25:45.290" v="1071" actId="1076"/>
          <ac:spMkLst>
            <pc:docMk/>
            <pc:sldMk cId="3791113628" sldId="260"/>
            <ac:spMk id="6" creationId="{B5D5B0FB-9C52-691F-DFCC-E47F4478C648}"/>
          </ac:spMkLst>
        </pc:spChg>
      </pc:sldChg>
      <pc:sldChg chg="addSp modSp add del mod ord">
        <pc:chgData name="Varshith Reddy" userId="90f95c95fc59ccbb" providerId="LiveId" clId="{097FCA9F-27E2-4085-A7CB-06FAE60809D7}" dt="2026-10-14T04:48:44.741" v="1056" actId="20577"/>
        <pc:sldMkLst>
          <pc:docMk/>
          <pc:sldMk cId="3705574232" sldId="261"/>
        </pc:sldMkLst>
        <pc:spChg chg="mod">
          <ac:chgData name="Varshith Reddy" userId="90f95c95fc59ccbb" providerId="LiveId" clId="{097FCA9F-27E2-4085-A7CB-06FAE60809D7}" dt="2026-10-14T04:48:44.741" v="1056" actId="20577"/>
          <ac:spMkLst>
            <pc:docMk/>
            <pc:sldMk cId="3705574232" sldId="261"/>
            <ac:spMk id="5" creationId="{69F29734-6A6D-CF19-249A-261D6358964D}"/>
          </ac:spMkLst>
        </pc:spChg>
      </pc:sldChg>
      <pc:sldChg chg="addSp delSp modSp mod ord">
        <pc:chgData name="Varshith Reddy" userId="90f95c95fc59ccbb" providerId="LiveId" clId="{097FCA9F-27E2-4085-A7CB-06FAE60809D7}" dt="2026-10-14T07:53:52.287" v="1259" actId="20577"/>
        <pc:sldMkLst>
          <pc:docMk/>
          <pc:sldMk cId="2960876306" sldId="262"/>
        </pc:sldMkLst>
        <pc:spChg chg="mod">
          <ac:chgData name="Varshith Reddy" userId="90f95c95fc59ccbb" providerId="LiveId" clId="{097FCA9F-27E2-4085-A7CB-06FAE60809D7}" dt="2026-10-14T07:50:11.129" v="1180" actId="1076"/>
          <ac:spMkLst>
            <pc:docMk/>
            <pc:sldMk cId="2960876306" sldId="262"/>
            <ac:spMk id="5" creationId="{C42D008D-A9D1-78BA-E58D-FD9F757F9DCF}"/>
          </ac:spMkLst>
        </pc:spChg>
        <pc:spChg chg="add mod">
          <ac:chgData name="Varshith Reddy" userId="90f95c95fc59ccbb" providerId="LiveId" clId="{097FCA9F-27E2-4085-A7CB-06FAE60809D7}" dt="2026-10-14T05:25:21.843" v="1069" actId="1076"/>
          <ac:spMkLst>
            <pc:docMk/>
            <pc:sldMk cId="2960876306" sldId="262"/>
            <ac:spMk id="6" creationId="{3F23E07D-8152-C4DB-D92D-D652A4699F08}"/>
          </ac:spMkLst>
        </pc:spChg>
        <pc:spChg chg="del mod">
          <ac:chgData name="Varshith Reddy" userId="90f95c95fc59ccbb" providerId="LiveId" clId="{097FCA9F-27E2-4085-A7CB-06FAE60809D7}" dt="2026-10-14T07:46:26.433" v="1161"/>
          <ac:spMkLst>
            <pc:docMk/>
            <pc:sldMk cId="2960876306" sldId="262"/>
            <ac:spMk id="7" creationId="{486BE81A-948F-C507-2CDB-3547B7EEDE6B}"/>
          </ac:spMkLst>
        </pc:spChg>
        <pc:graphicFrameChg chg="add mod modGraphic">
          <ac:chgData name="Varshith Reddy" userId="90f95c95fc59ccbb" providerId="LiveId" clId="{097FCA9F-27E2-4085-A7CB-06FAE60809D7}" dt="2026-10-14T07:53:52.287" v="1259" actId="20577"/>
          <ac:graphicFrameMkLst>
            <pc:docMk/>
            <pc:sldMk cId="2960876306" sldId="262"/>
            <ac:graphicFrameMk id="3" creationId="{520DF51C-8A9B-BCF8-BFD4-94A49E477B0A}"/>
          </ac:graphicFrameMkLst>
        </pc:graphicFrameChg>
      </pc:sldChg>
      <pc:sldChg chg="addSp modSp mod">
        <pc:chgData name="Varshith Reddy" userId="90f95c95fc59ccbb" providerId="LiveId" clId="{097FCA9F-27E2-4085-A7CB-06FAE60809D7}" dt="2026-10-14T07:50:57.662" v="1183" actId="122"/>
        <pc:sldMkLst>
          <pc:docMk/>
          <pc:sldMk cId="2835710335" sldId="267"/>
        </pc:sldMkLst>
        <pc:spChg chg="mod">
          <ac:chgData name="Varshith Reddy" userId="90f95c95fc59ccbb" providerId="LiveId" clId="{097FCA9F-27E2-4085-A7CB-06FAE60809D7}" dt="2026-10-14T07:50:57.662" v="1183" actId="122"/>
          <ac:spMkLst>
            <pc:docMk/>
            <pc:sldMk cId="2835710335" sldId="267"/>
            <ac:spMk id="3" creationId="{139FB695-63A5-C6FA-EDDA-B448061FD64A}"/>
          </ac:spMkLst>
        </pc:spChg>
        <pc:spChg chg="add mod">
          <ac:chgData name="Varshith Reddy" userId="90f95c95fc59ccbb" providerId="LiveId" clId="{097FCA9F-27E2-4085-A7CB-06FAE60809D7}" dt="2026-10-07T05:04:52.822" v="396" actId="1076"/>
          <ac:spMkLst>
            <pc:docMk/>
            <pc:sldMk cId="2835710335" sldId="267"/>
            <ac:spMk id="7" creationId="{A9B47FB7-C31D-CE7F-FEC7-EFA7A6F8DC52}"/>
          </ac:spMkLst>
        </pc:spChg>
      </pc:sldChg>
      <pc:sldChg chg="modSp add mod">
        <pc:chgData name="Varshith Reddy" userId="90f95c95fc59ccbb" providerId="LiveId" clId="{097FCA9F-27E2-4085-A7CB-06FAE60809D7}" dt="2026-10-14T07:47:49.916" v="1170" actId="1076"/>
        <pc:sldMkLst>
          <pc:docMk/>
          <pc:sldMk cId="2319780984" sldId="268"/>
        </pc:sldMkLst>
        <pc:spChg chg="mod">
          <ac:chgData name="Varshith Reddy" userId="90f95c95fc59ccbb" providerId="LiveId" clId="{097FCA9F-27E2-4085-A7CB-06FAE60809D7}" dt="2026-10-14T07:47:49.916" v="1170" actId="1076"/>
          <ac:spMkLst>
            <pc:docMk/>
            <pc:sldMk cId="2319780984" sldId="268"/>
            <ac:spMk id="5" creationId="{1DC984AE-ADA7-9390-0279-0FA6173157D3}"/>
          </ac:spMkLst>
        </pc:spChg>
      </pc:sldChg>
      <pc:sldChg chg="modSp add mod">
        <pc:chgData name="Varshith Reddy" userId="90f95c95fc59ccbb" providerId="LiveId" clId="{097FCA9F-27E2-4085-A7CB-06FAE60809D7}" dt="2026-10-14T07:48:42.803" v="1175" actId="1076"/>
        <pc:sldMkLst>
          <pc:docMk/>
          <pc:sldMk cId="1869693364" sldId="269"/>
        </pc:sldMkLst>
        <pc:spChg chg="mod">
          <ac:chgData name="Varshith Reddy" userId="90f95c95fc59ccbb" providerId="LiveId" clId="{097FCA9F-27E2-4085-A7CB-06FAE60809D7}" dt="2026-10-14T07:48:25.281" v="1173" actId="122"/>
          <ac:spMkLst>
            <pc:docMk/>
            <pc:sldMk cId="1869693364" sldId="269"/>
            <ac:spMk id="5" creationId="{60C8C123-043B-2ED3-84F6-17991469FBE4}"/>
          </ac:spMkLst>
        </pc:spChg>
        <pc:spChg chg="mod">
          <ac:chgData name="Varshith Reddy" userId="90f95c95fc59ccbb" providerId="LiveId" clId="{097FCA9F-27E2-4085-A7CB-06FAE60809D7}" dt="2026-10-14T04:49:52.534" v="1062" actId="14100"/>
          <ac:spMkLst>
            <pc:docMk/>
            <pc:sldMk cId="1869693364" sldId="269"/>
            <ac:spMk id="6" creationId="{0C76ED96-2B71-049C-D7BF-124AF6D5AD5D}"/>
          </ac:spMkLst>
        </pc:spChg>
        <pc:spChg chg="mod">
          <ac:chgData name="Varshith Reddy" userId="90f95c95fc59ccbb" providerId="LiveId" clId="{097FCA9F-27E2-4085-A7CB-06FAE60809D7}" dt="2026-10-14T07:48:42.803" v="1175" actId="1076"/>
          <ac:spMkLst>
            <pc:docMk/>
            <pc:sldMk cId="1869693364" sldId="269"/>
            <ac:spMk id="7" creationId="{22433DFA-188C-57E0-60A9-12C9BEC19E87}"/>
          </ac:spMkLst>
        </pc:spChg>
      </pc:sldChg>
      <pc:sldChg chg="modSp add mod">
        <pc:chgData name="Varshith Reddy" userId="90f95c95fc59ccbb" providerId="LiveId" clId="{097FCA9F-27E2-4085-A7CB-06FAE60809D7}" dt="2026-10-14T07:47:27.530" v="1169" actId="1076"/>
        <pc:sldMkLst>
          <pc:docMk/>
          <pc:sldMk cId="3050043833" sldId="270"/>
        </pc:sldMkLst>
        <pc:spChg chg="mod">
          <ac:chgData name="Varshith Reddy" userId="90f95c95fc59ccbb" providerId="LiveId" clId="{097FCA9F-27E2-4085-A7CB-06FAE60809D7}" dt="2026-10-14T07:47:27.530" v="1169" actId="1076"/>
          <ac:spMkLst>
            <pc:docMk/>
            <pc:sldMk cId="3050043833" sldId="270"/>
            <ac:spMk id="5" creationId="{82F79E95-4B16-3D46-7383-9973B27E04D9}"/>
          </ac:spMkLst>
        </pc:spChg>
      </pc:sldChg>
      <pc:sldChg chg="modSp mod">
        <pc:chgData name="Varshith Reddy" userId="90f95c95fc59ccbb" providerId="LiveId" clId="{097FCA9F-27E2-4085-A7CB-06FAE60809D7}" dt="2026-10-14T07:48:11.536" v="1172" actId="1076"/>
        <pc:sldMkLst>
          <pc:docMk/>
          <pc:sldMk cId="2083873678" sldId="271"/>
        </pc:sldMkLst>
        <pc:spChg chg="mod">
          <ac:chgData name="Varshith Reddy" userId="90f95c95fc59ccbb" providerId="LiveId" clId="{097FCA9F-27E2-4085-A7CB-06FAE60809D7}" dt="2026-10-14T07:48:11.536" v="1172" actId="1076"/>
          <ac:spMkLst>
            <pc:docMk/>
            <pc:sldMk cId="2083873678" sldId="271"/>
            <ac:spMk id="8" creationId="{9D4B12A9-FDED-ACEC-8338-C826902F0B1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8CB347-8F87-83E9-9B4C-5D3A5344C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4CEA1-5FF4-4F71-CCDC-F4F06206F1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A3E7F-D374-4C8B-9ABE-9FF106754FD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93159-482B-BDAB-567D-6514B089D0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255EA-8C97-88E9-61F6-8727199E9E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6E518-A314-41CC-873A-C8AC4F0A7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0247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DE2F8-AFEA-4267-9702-504F8628A76F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56FA3-27B0-4D35-9CE1-E31706E90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3517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BD8A-1419-6226-0C29-30BD52CB5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CBF3F-0F49-7987-9D3A-26EBF85BE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2EE60-EEEC-922F-3928-5F8481AD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5DBD-4C80-4FBC-BB48-10E8CBD6C823}" type="datetime1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87983-2D0E-8E7D-8427-43AFA584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5D881-475B-D5F2-22B2-D7C95E45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04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BDB5-81CD-8971-3747-FD866EFC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F0692-3E54-6FF0-7BCE-13FF7045E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AADDA-E132-41EB-0114-0FC4EEA1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DAD39-502A-4669-B8F2-5B380AEA95A6}" type="datetime1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6B74-1248-1FFF-CF32-FD4E1A8A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84082-79B3-8111-BF8E-2EE83DBB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80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064A-1C27-AC49-12CD-0D7FB746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9F502-1B92-2D00-18FF-E5DC3AE6E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2D242-4ECB-1762-A666-6133605B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D5FA-A195-4ADE-BD0F-1E146E6AE74E}" type="datetime1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AE0C2-2FA4-26AE-A2E6-D6763B3B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58A1D-18D1-77C2-FE44-4ECA84AC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02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3AE9-9170-892E-2DBD-31AB0FD6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B226C-ECB6-2443-99DD-BD91EB49A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C14D7-3754-929C-CED7-0F8542AC6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32934-4911-AB99-3B29-B24FC3435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10D1-42F8-4288-89FB-3992AE49AD07}" type="datetime1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3AC1B-C09D-21B5-DEDC-21F0CBAB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DE53E-6233-A03D-7080-725A6823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87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373C-AE56-0D70-2200-0C24F8DC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B4C65-A017-7DBB-1F50-556042585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43236-7E39-EEA8-1BD7-F47A1FF84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F88D2-AD0B-18D5-FF0D-E654CD2C3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B84F2-3694-51ED-BF30-F7CBF24E5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A4201-3725-4AB1-09A2-8AA2482F6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98152-607A-4C16-81CC-89D3C07FE15A}" type="datetime1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A3539-2EDA-DAD1-4FEE-675D5E2B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478BA9-53F3-735D-0936-8FA1D7B6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77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9BEE-E3B7-3773-5E32-218560FA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54FB4-3AA3-AF64-7675-4F61E97A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090F-823A-4E83-9DF4-B8ACAF93D40A}" type="datetime1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1DBA8-BF21-18C9-9458-0B17109C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55E68-77AC-43A0-7AF8-56205C4B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02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1FAD2-94F8-844A-A8E7-AA970FB9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4F72-5A6E-4DA7-8E67-334E5F8DE771}" type="datetime1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5A49B-6BF0-25BD-A367-9E914558B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89298-355C-F6DB-2236-254AD342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3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C94E-78BE-F383-1CD3-83639D26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BF6EC-685F-BA41-1685-BB44C156D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0380C-F638-CD5C-5C7A-1E402F9E3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8FB99-9FCC-353C-9AD0-1CADCAA5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4EF3-1E6F-4501-BD94-16E0A613D340}" type="datetime1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481DD-6248-C37C-B581-F43A93AB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1C960-40C2-5E9F-A3AC-F84AF24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17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68CE-65C0-BE74-E707-2A82AB45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491B8B-26DC-DC39-9AAB-2B050391EC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C0A89-4A63-32C4-A4C5-787A91033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D70F4-BA37-9E5D-F9E6-3A2E4CF5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FF9E9-8FAA-4B97-81E8-AD1D6BB24848}" type="datetime1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F4212-DC38-0691-A0D2-068F9549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A5E9A-CFDE-892C-FEFD-37625309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79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9B43D-2F7D-C88B-4115-553A45F5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2D7D9-DA5B-A333-8DF6-4BC31F175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4D53-136B-96CC-4F12-343B8CD2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5DB9-801C-4DFF-B500-5D1702C504A9}" type="datetime1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4A99D-35B7-00E3-7744-E53249324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085D7-1D5F-20BF-FE60-D6701286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51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923C04-6D54-DF98-0BEF-9D0A40E96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FA5FE-900F-3326-90A8-F5E61F8BF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21F3D-34B2-0425-7D33-60AFF9D72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D06E-34A2-497B-999E-9F3F21FA79C0}" type="datetime1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30ECE-1461-FED5-D8FA-DAE08977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7B5B9-B32A-0085-B7CF-0DE7A52C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70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C6522-3281-52D9-2731-88E0FEF6E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5AADB-F4E6-FAFF-8960-F36BDC7E4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2AEAD-7958-8143-84B7-B7BA0F9BC8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4BDF1-8D39-487F-ABF5-20327CAB8D58}" type="datetime1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892F8-F08E-93A0-052D-C60C4096B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0DCB-126B-D97D-A019-49834EC2D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52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D759AB-D8CF-2761-A3DD-F6613C4CE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4EC786-BBFF-4914-792B-69599DEA8188}"/>
              </a:ext>
            </a:extLst>
          </p:cNvPr>
          <p:cNvSpPr txBox="1"/>
          <p:nvPr/>
        </p:nvSpPr>
        <p:spPr>
          <a:xfrm>
            <a:off x="1384183" y="958161"/>
            <a:ext cx="870135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300" b="1">
                <a:solidFill>
                  <a:srgbClr val="19526E"/>
                </a:solidFill>
              </a:defRPr>
            </a:pPr>
            <a:r>
              <a:rPr dirty="0">
                <a:latin typeface="Aptos"/>
              </a:rPr>
              <a:t>Sector: Education &amp; Financial Inclusion</a:t>
            </a:r>
            <a:br>
              <a:rPr dirty="0"/>
            </a:br>
            <a:r>
              <a:rPr dirty="0">
                <a:latin typeface="Aptos"/>
              </a:rPr>
              <a:t>Sub-system: Digital Literacy and Personal Finance</a:t>
            </a:r>
            <a:br>
              <a:rPr dirty="0"/>
            </a:br>
            <a:br>
              <a:rPr dirty="0"/>
            </a:br>
            <a:r>
              <a:rPr dirty="0">
                <a:latin typeface="Aptos"/>
              </a:rPr>
              <a:t>PROJECT TITLE:</a:t>
            </a:r>
            <a:br>
              <a:rPr dirty="0"/>
            </a:br>
            <a:r>
              <a:rPr dirty="0">
                <a:latin typeface="Aptos"/>
              </a:rPr>
              <a:t>Digital Literacy and Financial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AD158-804A-A380-B7BB-DC7C34BC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4983" y="6322423"/>
            <a:ext cx="391885" cy="399053"/>
          </a:xfrm>
        </p:spPr>
        <p:txBody>
          <a:bodyPr wrap="square"/>
          <a:lstStyle/>
          <a:p>
            <a:fld id="{81EF4310-7428-4473-89E5-C0ECB7DEDFC2}" type="slidenum">
              <a:rPr lang="en-IN" smtClean="0"/>
              <a:t>1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BD50F-DCC5-39A2-8A1E-213030594C80}"/>
              </a:ext>
            </a:extLst>
          </p:cNvPr>
          <p:cNvSpPr txBox="1"/>
          <p:nvPr/>
        </p:nvSpPr>
        <p:spPr>
          <a:xfrm>
            <a:off x="1143000" y="4251960"/>
            <a:ext cx="5212080" cy="1691640"/>
          </a:xfrm>
          <a:prstGeom prst="rect">
            <a:avLst/>
          </a:prstGeom>
          <a:noFill/>
        </p:spPr>
        <p:txBody>
          <a:bodyPr wrap="square" lIns="73152" tIns="18288" rIns="45720" bIns="18288" rtlCol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C4C3B"/>
                </a:solidFill>
                <a:latin typeface="Aptos"/>
              </a:defRPr>
            </a:pPr>
            <a:r>
              <a:rPr dirty="0"/>
              <a:t>TEAM DETAILS</a:t>
            </a:r>
          </a:p>
          <a:p>
            <a:pPr>
              <a:spcAft>
                <a:spcPts val="300"/>
              </a:spcAft>
              <a:defRPr sz="1400" b="0">
                <a:solidFill>
                  <a:srgbClr val="1C4C3B"/>
                </a:solidFill>
                <a:latin typeface="Aptos"/>
              </a:defRPr>
            </a:pPr>
            <a:r>
              <a:rPr dirty="0"/>
              <a:t>24EG107H21-Spandana</a:t>
            </a:r>
          </a:p>
          <a:p>
            <a:pPr>
              <a:spcAft>
                <a:spcPts val="300"/>
              </a:spcAft>
              <a:defRPr sz="1400" b="0">
                <a:solidFill>
                  <a:srgbClr val="1C4C3B"/>
                </a:solidFill>
                <a:latin typeface="Aptos"/>
              </a:defRPr>
            </a:pPr>
            <a:r>
              <a:rPr dirty="0"/>
              <a:t>24EG107H28-Shruti</a:t>
            </a:r>
          </a:p>
          <a:p>
            <a:pPr>
              <a:spcAft>
                <a:spcPts val="300"/>
              </a:spcAft>
              <a:defRPr sz="1400" b="0">
                <a:solidFill>
                  <a:srgbClr val="1C4C3B"/>
                </a:solidFill>
                <a:latin typeface="Aptos"/>
              </a:defRPr>
            </a:pPr>
            <a:r>
              <a:rPr dirty="0"/>
              <a:t>24EG107H36-Sai Varshini</a:t>
            </a:r>
          </a:p>
          <a:p>
            <a:pPr>
              <a:spcAft>
                <a:spcPts val="300"/>
              </a:spcAft>
              <a:defRPr sz="1400" b="0">
                <a:solidFill>
                  <a:srgbClr val="1C4C3B"/>
                </a:solidFill>
                <a:latin typeface="Aptos"/>
              </a:defRPr>
            </a:pPr>
            <a:r>
              <a:rPr dirty="0"/>
              <a:t>24EG107H62-G Bhavana</a:t>
            </a:r>
          </a:p>
          <a:p>
            <a:pPr>
              <a:spcAft>
                <a:spcPts val="300"/>
              </a:spcAft>
              <a:defRPr sz="1400" b="0">
                <a:solidFill>
                  <a:srgbClr val="1C4C3B"/>
                </a:solidFill>
                <a:latin typeface="Aptos"/>
              </a:defRPr>
            </a:pPr>
            <a:r>
              <a:rPr dirty="0"/>
              <a:t>24EG107H65-Mohammad Abrar Ansar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BEB17-C436-17DA-AC05-245B6BC9D6B8}"/>
              </a:ext>
            </a:extLst>
          </p:cNvPr>
          <p:cNvSpPr txBox="1"/>
          <p:nvPr/>
        </p:nvSpPr>
        <p:spPr>
          <a:xfrm>
            <a:off x="6629400" y="4709160"/>
            <a:ext cx="40233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00" b="1">
                <a:solidFill>
                  <a:srgbClr val="1C4C3B"/>
                </a:solidFill>
              </a:defRPr>
            </a:pPr>
            <a:r>
              <a:rPr dirty="0">
                <a:latin typeface="Aptos"/>
              </a:rPr>
              <a:t>UNDER THE GUIDANCE OF:</a:t>
            </a:r>
            <a:r>
              <a:rPr lang="en-US" dirty="0">
                <a:latin typeface="Aptos"/>
              </a:rPr>
              <a:t> CHAMUNDESHWARI AND NEETHA</a:t>
            </a:r>
            <a:br>
              <a:rPr dirty="0"/>
            </a:br>
            <a:endParaRPr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7098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02107-462C-E628-739A-65A4F8E3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2DC1F1-070C-8670-7CB6-49674B0D9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F5A0D5-E2FC-F678-4782-02E25F169099}"/>
              </a:ext>
            </a:extLst>
          </p:cNvPr>
          <p:cNvSpPr txBox="1"/>
          <p:nvPr/>
        </p:nvSpPr>
        <p:spPr>
          <a:xfrm>
            <a:off x="3683493" y="696286"/>
            <a:ext cx="48250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CBF45-E49D-62D9-C1E4-AAA85F45E7F9}"/>
              </a:ext>
            </a:extLst>
          </p:cNvPr>
          <p:cNvSpPr txBox="1"/>
          <p:nvPr/>
        </p:nvSpPr>
        <p:spPr>
          <a:xfrm>
            <a:off x="11713027" y="6259810"/>
            <a:ext cx="5573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Aptos"/>
              </a:rPr>
              <a:t>                                                                                                                                        </a:t>
            </a:r>
            <a:fld id="{81EF4310-7428-4473-89E5-C0ECB7DEDFC2}" type="slidenum">
              <a:rPr lang="en-IN" sz="1200" smtClean="0"/>
              <a:pPr/>
              <a:t>2</a:t>
            </a:fld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28B47-0AD5-CDA0-0E7A-83FB24DF26AA}"/>
              </a:ext>
            </a:extLst>
          </p:cNvPr>
          <p:cNvSpPr txBox="1"/>
          <p:nvPr/>
        </p:nvSpPr>
        <p:spPr>
          <a:xfrm>
            <a:off x="664389" y="1757590"/>
            <a:ext cx="87837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Ambitious “How Might We…”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Problem Statement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Severity of the Problem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Stakeholder Identification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Root Cause Analysis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Conflicting Stakeholder Priorities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Ideation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Idea Proposal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Prototype Design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Implementation Challenges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/>
              </a:rPr>
              <a:t>Scope of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1586207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01354-9EC7-65BE-04C3-615944514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7B94BC-12D6-2B45-E2C3-10D60707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3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68BCA-7CBB-CAF1-919E-B4C3C49E5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9F1A7B-CDFD-1174-6686-C54D44499F0D}"/>
              </a:ext>
            </a:extLst>
          </p:cNvPr>
          <p:cNvSpPr txBox="1"/>
          <p:nvPr/>
        </p:nvSpPr>
        <p:spPr>
          <a:xfrm>
            <a:off x="1679196" y="823685"/>
            <a:ext cx="8833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C2C02-6CE6-3FA8-A5BB-D846BFC0ADAD}"/>
              </a:ext>
            </a:extLst>
          </p:cNvPr>
          <p:cNvSpPr txBox="1"/>
          <p:nvPr/>
        </p:nvSpPr>
        <p:spPr>
          <a:xfrm>
            <a:off x="11747863" y="5834743"/>
            <a:ext cx="4441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Aptos"/>
              </a:rPr>
              <a:t>			  </a:t>
            </a:r>
            <a:fld id="{81EF4310-7428-4473-89E5-C0ECB7DEDFC2}" type="slidenum">
              <a:rPr lang="en-IN" sz="1200" smtClean="0"/>
              <a:pPr/>
              <a:t>3</a:t>
            </a:fld>
            <a:endParaRPr lang="en-IN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9875520" cy="4057521"/>
          </a:xfrm>
          <a:prstGeom prst="rect">
            <a:avLst/>
          </a:prstGeom>
          <a:noFill/>
        </p:spPr>
        <p:txBody>
          <a:bodyPr wrap="square" tIns="54864" b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OUR VISION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A community where every person can confidently use digital services and make informed financial decisions.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endParaRPr dirty="0">
              <a:latin typeface="Aptos"/>
            </a:endParaRP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HOW MIGHT WE…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• How might we teach people to use smartphones, the internet and online services safely?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• How might we help users plan budgets, track spending and build savings habits?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• How might we make digital payments safer and easier for first-time users?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• How might we deliver learning in simple language, with practical examples?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endParaRPr dirty="0">
              <a:latin typeface="Aptos"/>
            </a:endParaRP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IDEAL OUTCOME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Learn → Practice safely → Manage money → Make confident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 dirty="0"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95716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1851A-7ACF-FCAA-1A59-F020BFE4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3DEA25-CF27-8B13-9155-7FC18883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2D544-6033-7589-4A16-0DD283154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25A655-DC4C-09F2-C1EC-B86470C4EF8E}"/>
              </a:ext>
            </a:extLst>
          </p:cNvPr>
          <p:cNvSpPr txBox="1"/>
          <p:nvPr/>
        </p:nvSpPr>
        <p:spPr>
          <a:xfrm>
            <a:off x="1679196" y="823685"/>
            <a:ext cx="8833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766DD-2D79-517B-1E94-335580B8008F}"/>
              </a:ext>
            </a:extLst>
          </p:cNvPr>
          <p:cNvSpPr txBox="1"/>
          <p:nvPr/>
        </p:nvSpPr>
        <p:spPr>
          <a:xfrm>
            <a:off x="11748952" y="6259810"/>
            <a:ext cx="574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Aptos"/>
              </a:rPr>
              <a:t>                                                                                                                                                        </a:t>
            </a:r>
            <a:fld id="{81EF4310-7428-4473-89E5-C0ECB7DEDFC2}" type="slidenum">
              <a:rPr lang="en-IN" sz="1200" smtClean="0"/>
              <a:pPr/>
              <a:t>4</a:t>
            </a:fld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55E58C-B0A1-592B-C188-159D2460A24F}"/>
              </a:ext>
            </a:extLst>
          </p:cNvPr>
          <p:cNvSpPr txBox="1"/>
          <p:nvPr/>
        </p:nvSpPr>
        <p:spPr>
          <a:xfrm>
            <a:off x="2270855" y="3637510"/>
            <a:ext cx="76502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03520" cy="1874519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800" b="1">
                <a:solidFill>
                  <a:srgbClr val="19526E"/>
                </a:solidFill>
                <a:latin typeface="Aptos Display"/>
              </a:defRPr>
            </a:pPr>
            <a:r>
              <a:rPr dirty="0">
                <a:latin typeface="Aptos"/>
              </a:rPr>
              <a:t>PROBLEM STATEMENT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Many people have limited confidence in using digital tools and managing everyday finances. This can make online services, digital payments, budgeting and saving difficult or risky.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1874519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7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SEVERITY OF THE PROBLEM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High impact on independence and inclusion. Possible outcomes include payment mistakes, exposure to scams, poor budgeting and dependence on others. Severity varies by user and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1065276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8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KEY STAKEHOLDERS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Primary users: students, first-time smartphone users, low-confidence digital users, families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Supporters: teachers, community volunteers, financial-literacy trainers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Enablers: banks, payment providers, government and public-service organisations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441322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81860-652C-C79C-4E9C-223987D8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551FD8-06F3-EA84-DEEA-820F766D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5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BA78F-8D75-E91C-175F-C977C92E1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2D008D-A9D1-78BA-E58D-FD9F757F9DCF}"/>
              </a:ext>
            </a:extLst>
          </p:cNvPr>
          <p:cNvSpPr txBox="1"/>
          <p:nvPr/>
        </p:nvSpPr>
        <p:spPr>
          <a:xfrm>
            <a:off x="1679196" y="918220"/>
            <a:ext cx="8833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3E07D-8152-C4DB-D92D-D652A4699F08}"/>
              </a:ext>
            </a:extLst>
          </p:cNvPr>
          <p:cNvSpPr txBox="1"/>
          <p:nvPr/>
        </p:nvSpPr>
        <p:spPr>
          <a:xfrm>
            <a:off x="11749481" y="6444476"/>
            <a:ext cx="442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5</a:t>
            </a:fld>
            <a:endParaRPr lang="en-IN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20624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800" b="1">
                <a:solidFill>
                  <a:srgbClr val="19526E"/>
                </a:solidFill>
                <a:latin typeface="Aptos Display"/>
              </a:defRPr>
            </a:pPr>
            <a:r>
              <a:rPr dirty="0">
                <a:latin typeface="Aptos"/>
              </a:rPr>
              <a:t>ROOT CAUSE ANALYSIS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Limited hands-on training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↓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Fear of making mistakes or being scammed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↓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Low confidence with apps and online services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endParaRPr dirty="0">
              <a:latin typeface="Aptos"/>
            </a:endParaRP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Other contributing causes:</a:t>
            </a:r>
            <a:endParaRPr lang="en-US" dirty="0">
              <a:latin typeface="Aptos"/>
            </a:endParaRP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lang="en-US" dirty="0">
                <a:latin typeface="Aptos"/>
              </a:rPr>
              <a:t>• Complex interfaces and unfamiliar terms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• Limited access to reliable devices/connectivity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• Financial concepts taught without practical budgeting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• Lack of trusted, local-language learning 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257800" cy="420624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700" b="1">
                <a:solidFill>
                  <a:srgbClr val="19526E"/>
                </a:solidFill>
                <a:latin typeface="Aptos Display"/>
              </a:defRPr>
            </a:pPr>
            <a:r>
              <a:rPr dirty="0">
                <a:latin typeface="Aptos"/>
              </a:rPr>
              <a:t>CONFLICTING STAKEHOLDER PRIORITIES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Users: simplicity, privacy and confidence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Banks / payment providers: secure transactions and fraud prevention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Educators: learning outcomes and easy assessment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Families: safety and support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Developers: affordability, accessibility and maintainability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endParaRPr dirty="0">
              <a:latin typeface="Aptos"/>
            </a:endParaRP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 dirty="0">
                <a:latin typeface="Aptos"/>
              </a:rPr>
              <a:t>Design response: simple interface, privacy-first demo data, clear warnings, accessible lessons and practical exercises.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296087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3AE1-D11F-3D80-3A7B-D65425DE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58B71A-FA4F-11D5-4F8B-1F72D75D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D9452-04BB-25DA-2AB4-7BC9E5218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694089-A172-E8CC-FC99-4D065399677A}"/>
              </a:ext>
            </a:extLst>
          </p:cNvPr>
          <p:cNvSpPr txBox="1"/>
          <p:nvPr/>
        </p:nvSpPr>
        <p:spPr>
          <a:xfrm>
            <a:off x="1679196" y="823685"/>
            <a:ext cx="8833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D5B0FB-9C52-691F-DFCC-E47F4478C648}"/>
              </a:ext>
            </a:extLst>
          </p:cNvPr>
          <p:cNvSpPr txBox="1"/>
          <p:nvPr/>
        </p:nvSpPr>
        <p:spPr>
          <a:xfrm>
            <a:off x="11752976" y="6400412"/>
            <a:ext cx="3775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6</a:t>
            </a:fld>
            <a:endParaRPr lang="en-IN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0704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20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WHY THIS MATTERS</a:t>
            </a:r>
          </a:p>
          <a:p>
            <a:pPr>
              <a:spcAft>
                <a:spcPts val="3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Digital skills and financial capability affect access to education, services, safe payments and day-to-day money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5120640" cy="205740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7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EVIDENCE TO INCLUDE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Household / community survey on digital confidence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Short pre-test on budgeting and scam awareness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Prototype usability test: task completion and errors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Feedback from students, families or community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520440"/>
            <a:ext cx="5166360" cy="205740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7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MEASURABLE INDICATORS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Quiz score before vs. after learning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Budgeting task completion rate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Correct identification of scam warning signs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User confidence rating and satisfaction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3791113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4CCEB-2B96-D77D-099F-5AEC19E7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3566C6-2C26-AE40-5192-31FE18E3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7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698F0-F4D9-81B3-15CC-98970C84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F79E95-4B16-3D46-7383-9973B27E04D9}"/>
              </a:ext>
            </a:extLst>
          </p:cNvPr>
          <p:cNvSpPr txBox="1"/>
          <p:nvPr/>
        </p:nvSpPr>
        <p:spPr>
          <a:xfrm>
            <a:off x="1679196" y="833688"/>
            <a:ext cx="8833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A2EBD-167A-2AF3-DB6E-8B975C35F0AC}"/>
              </a:ext>
            </a:extLst>
          </p:cNvPr>
          <p:cNvSpPr txBox="1"/>
          <p:nvPr/>
        </p:nvSpPr>
        <p:spPr>
          <a:xfrm>
            <a:off x="11719420" y="6356350"/>
            <a:ext cx="3775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7</a:t>
            </a:fld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515600" cy="4389120"/>
          </a:xfrm>
          <a:prstGeom prst="rect">
            <a:avLst/>
          </a:prstGeom>
          <a:noFill/>
        </p:spPr>
        <p:txBody>
          <a:bodyPr wrap="square" tIns="54864" b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IDEATION — POSSIBLE IMPROVEMENTS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Short lessons on smartphone basics, internet search and online forms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Digital-payment safety checklist and scam-awareness examples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Simple monthly budget planner: income, needs, wants and savings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Expense tracker with categories and weekly summaries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Goal-based savings calculator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Quizzes, badges and progress tracking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Local-language content and large, readable controls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Offline printable guides and facilitator-led demonstrations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endParaRPr>
              <a:latin typeface="Aptos"/>
            </a:endParaRP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SELECTION CRITERIA</a:t>
            </a:r>
          </a:p>
          <a:p>
            <a:pPr>
              <a:spcAft>
                <a:spcPts val="5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Impact • Ease of use • Cost • Accessibility • Privacy •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305004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7BA38-C7E8-29B8-2384-ED75B106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450D3-4A38-0F1B-938F-27694C5F4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82982-7CD2-CEDC-F2D0-CB3C8618F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C984AE-ADA7-9390-0279-0FA6173157D3}"/>
              </a:ext>
            </a:extLst>
          </p:cNvPr>
          <p:cNvSpPr txBox="1"/>
          <p:nvPr/>
        </p:nvSpPr>
        <p:spPr>
          <a:xfrm>
            <a:off x="1679196" y="845151"/>
            <a:ext cx="8833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A0634-8613-2AA9-F413-9E76D3E68C6B}"/>
              </a:ext>
            </a:extLst>
          </p:cNvPr>
          <p:cNvSpPr txBox="1"/>
          <p:nvPr/>
        </p:nvSpPr>
        <p:spPr>
          <a:xfrm>
            <a:off x="11763462" y="6400412"/>
            <a:ext cx="308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8</a:t>
            </a:fld>
            <a:endParaRPr lang="en-IN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66360" cy="411480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8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PROPOSED PROTOTYPE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A simple web-based learning and money-management companion.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endParaRPr>
              <a:latin typeface="Aptos"/>
            </a:endParaRP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Module 1 — Digital Literacy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Device and internet basics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Safe browsing, passwords and scam awareness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Digital payment safety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endParaRPr>
              <a:latin typeface="Aptos"/>
            </a:endParaRP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Module 2 — Financial Management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Monthly budget planner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Expense tracking</a:t>
            </a:r>
          </a:p>
          <a:p>
            <a:pPr>
              <a:spcAft>
                <a:spcPts val="3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Savings goal calculator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66360" cy="411480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7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EXPECTED BENEFITS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Learn at the user's own pace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Practice with sample data before real transactions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Understand spending patterns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Build regular saving habits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Improve awareness of online risks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Provide a low-cost resource for workshops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endParaRPr>
              <a:latin typeface="Aptos"/>
            </a:endParaRP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Prototype boundary: educational tool only; it does not connect to bank accounts or execute payments.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2319780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B58C6-9520-3510-EC97-9EDFB3B9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A792B-BD88-5E17-E3B1-F5CC928E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AFB89-F005-C2C0-78DD-97FDFCBA2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53D0EE-11A2-AE5A-39F3-798419C9E28B}"/>
              </a:ext>
            </a:extLst>
          </p:cNvPr>
          <p:cNvSpPr txBox="1"/>
          <p:nvPr/>
        </p:nvSpPr>
        <p:spPr>
          <a:xfrm>
            <a:off x="11763462" y="6400412"/>
            <a:ext cx="308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9</a:t>
            </a:fld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B12A9-FDED-ACEC-8338-C826902F0B16}"/>
              </a:ext>
            </a:extLst>
          </p:cNvPr>
          <p:cNvSpPr txBox="1"/>
          <p:nvPr/>
        </p:nvSpPr>
        <p:spPr>
          <a:xfrm>
            <a:off x="3013450" y="696207"/>
            <a:ext cx="6165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0972800" cy="502920"/>
          </a:xfrm>
          <a:prstGeom prst="rect">
            <a:avLst/>
          </a:prstGeom>
          <a:noFill/>
        </p:spPr>
        <p:txBody>
          <a:bodyPr wrap="square" tIns="54864" bIns="36576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9526E"/>
                </a:solidFill>
                <a:latin typeface="Aptos"/>
              </a:defRPr>
            </a:pPr>
            <a:r>
              <a:rPr>
                <a:latin typeface="Aptos"/>
              </a:rPr>
              <a:t>USER → HOME DASHBOARD → CHOOSE A MODULE → LEARN / ENTER SAMPLE DATA → FEEDBACK &amp;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3429000" cy="237744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7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USER INTERFACE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Home dashboard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Lessons and quizzes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Budget / expense forms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Progress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80360"/>
            <a:ext cx="3429000" cy="237744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7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APPLICATION LOGIC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Validate inputs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Calculate totals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Categorise expenses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Score quiz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880360"/>
            <a:ext cx="3429000" cy="237744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7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DATA &amp; OUTPUT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Sample/local data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Learning progress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Budget summary</a:t>
            </a:r>
          </a:p>
          <a:p>
            <a:pPr>
              <a:spcAft>
                <a:spcPts val="3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Safety tips and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241280" cy="548640"/>
          </a:xfrm>
          <a:prstGeom prst="rect">
            <a:avLst/>
          </a:prstGeom>
          <a:noFill/>
        </p:spPr>
        <p:txBody>
          <a:bodyPr wrap="square" tIns="54864" bIns="36576" anchor="t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Suggested prototype stack: HTML, CSS and JavaScript; optional Flask backend if persistence is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2083873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E6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4C3B"/>
                </a:solidFill>
                <a:latin typeface="Aptos Display"/>
              </a:defRPr>
            </a:pPr>
            <a:r>
              <a:t>PROTOTYPE DESIGN — KEY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F58"/>
                </a:solidFill>
              </a:defRPr>
            </a:pPr>
            <a:r>
              <a:t>The prototype guides users from learning to practical money-management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27048"/>
            <a:ext cx="2093976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2862072"/>
            <a:ext cx="2093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4C3B"/>
                </a:solidFill>
              </a:defRPr>
            </a:pPr>
            <a:r>
              <a:t>Home / Landing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527048"/>
            <a:ext cx="2093976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93592" y="2862072"/>
            <a:ext cx="2093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4C3B"/>
                </a:solidFill>
              </a:defRPr>
            </a:pPr>
            <a:r>
              <a:t>Login &amp; Sign-up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1732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527048"/>
            <a:ext cx="2093976" cy="1234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19672" y="2862072"/>
            <a:ext cx="2093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4C3B"/>
                </a:solidFill>
              </a:defRPr>
            </a:pPr>
            <a:r>
              <a:t>Learning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41732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1527048"/>
            <a:ext cx="2093976" cy="1234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45752" y="2862072"/>
            <a:ext cx="2093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4C3B"/>
                </a:solidFill>
              </a:defRPr>
            </a:pPr>
            <a:r>
              <a:t>Money Calculators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3749039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3858768"/>
            <a:ext cx="2240280" cy="1234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48840" y="5166359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4C3B"/>
                </a:solidFill>
              </a:defRPr>
            </a:pPr>
            <a:r>
              <a:t>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749039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858768"/>
            <a:ext cx="2240280" cy="1234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74920" y="5166359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4C3B"/>
                </a:solidFill>
              </a:defRPr>
            </a:pPr>
            <a:r>
              <a:t>Budgets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3749039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3858768"/>
            <a:ext cx="2240280" cy="12344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01000" y="5166359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4C3B"/>
                </a:solidFill>
              </a:defRPr>
            </a:pPr>
            <a:r>
              <a:t>Savings Goals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26364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E64"/>
                </a:solidFill>
              </a:defRPr>
            </a:pPr>
            <a:r>
              <a:t>PSE | Digital Literacy &amp; Financial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C0989-6867-E47F-A0ED-0AEE78B8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DBC158-F5CB-6C6A-7330-CA4A65EA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11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E2764-1CA4-C406-A54F-189D6D45C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C8C123-043B-2ED3-84F6-17991469FBE4}"/>
              </a:ext>
            </a:extLst>
          </p:cNvPr>
          <p:cNvSpPr txBox="1"/>
          <p:nvPr/>
        </p:nvSpPr>
        <p:spPr>
          <a:xfrm>
            <a:off x="1400960" y="914400"/>
            <a:ext cx="8833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6ED96-2B71-049C-D7BF-124AF6D5AD5D}"/>
              </a:ext>
            </a:extLst>
          </p:cNvPr>
          <p:cNvSpPr txBox="1"/>
          <p:nvPr/>
        </p:nvSpPr>
        <p:spPr>
          <a:xfrm>
            <a:off x="11763462" y="6400412"/>
            <a:ext cx="428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11</a:t>
            </a:fld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33DFA-188C-57E0-60A9-12C9BEC19E87}"/>
              </a:ext>
            </a:extLst>
          </p:cNvPr>
          <p:cNvSpPr txBox="1"/>
          <p:nvPr/>
        </p:nvSpPr>
        <p:spPr>
          <a:xfrm>
            <a:off x="2735213" y="3635375"/>
            <a:ext cx="61651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0352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6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IMPLEMENTATION CHALLENGES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Making content simple without losing accuracy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Designing for different skill levels and languages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Protecting personal and financial information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Testing usability on mobile screens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Avoiding the impression of providing personalised financial advice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30352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6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WHAT WE NEED TO LEARN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User needs through short interviews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Common scam patterns from trusted sources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Accessibility and plain-language design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How to test learning outcomes reliably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530352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6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SCOPE FOR IMPROVEMENT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Add regional languages and audio lessons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Add offline mode and downloadable guides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Improve accessibility and screen-reader support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Add facilitator dashboard and more quizzes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30352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defRPr sz="1600" b="1">
                <a:solidFill>
                  <a:srgbClr val="19526E"/>
                </a:solidFill>
                <a:latin typeface="Aptos Display"/>
              </a:defRPr>
            </a:pPr>
            <a:r>
              <a:rPr>
                <a:latin typeface="Aptos"/>
              </a:rPr>
              <a:t>PROTOTYPE TIMELINE (4 WEEKS)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Week 1: user research and requirements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Week 2: wireframes and lesson content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Week 3: build learning and finance modules</a:t>
            </a:r>
          </a:p>
          <a:p>
            <a:pPr>
              <a:spcAft>
                <a:spcPts val="300"/>
              </a:spcAft>
              <a:defRPr sz="14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Week 4: user testing, fixes and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186969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C7E16-9CD2-024A-2648-DBD41F4C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00EF16-ACA3-8FEC-CEAA-AF583C91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81EF4310-7428-4473-89E5-C0ECB7DEDFC2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F9D41-941F-C578-5746-859791F38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9FB695-63A5-C6FA-EDDA-B448061FD64A}"/>
              </a:ext>
            </a:extLst>
          </p:cNvPr>
          <p:cNvSpPr txBox="1"/>
          <p:nvPr/>
        </p:nvSpPr>
        <p:spPr>
          <a:xfrm>
            <a:off x="1776548" y="811561"/>
            <a:ext cx="86389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47FB7-C31D-CE7F-FEC7-EFA7A6F8DC52}"/>
              </a:ext>
            </a:extLst>
          </p:cNvPr>
          <p:cNvSpPr txBox="1"/>
          <p:nvPr/>
        </p:nvSpPr>
        <p:spPr>
          <a:xfrm>
            <a:off x="11721517" y="6444476"/>
            <a:ext cx="358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12</a:t>
            </a:fld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3840480"/>
          </a:xfrm>
          <a:prstGeom prst="rect">
            <a:avLst/>
          </a:prstGeom>
          <a:noFill/>
        </p:spPr>
        <p:txBody>
          <a:bodyPr wrap="square" tIns="54864" b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REFERENCES (USE THE LATEST VERSIONS)</a:t>
            </a:r>
          </a:p>
          <a:p>
            <a:pPr>
              <a:spcAft>
                <a:spcPts val="5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Reserve Bank of India — Financial Education: https://www.rbi.org.in/</a:t>
            </a:r>
          </a:p>
          <a:p>
            <a:pPr>
              <a:spcAft>
                <a:spcPts val="5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National Centre for Financial Education: https://www.ncfe.org.in/</a:t>
            </a:r>
          </a:p>
          <a:p>
            <a:pPr>
              <a:spcAft>
                <a:spcPts val="5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Ministry of Electronics and Information Technology: https://www.meity.gov.in/</a:t>
            </a:r>
          </a:p>
          <a:p>
            <a:pPr>
              <a:spcAft>
                <a:spcPts val="5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CERT-In — Cyber Security Awareness: https://www.cert-in.org.in/</a:t>
            </a:r>
          </a:p>
          <a:p>
            <a:pPr>
              <a:spcAft>
                <a:spcPts val="5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• Digital India: https://www.digitalindia.gov.in/</a:t>
            </a:r>
          </a:p>
          <a:p>
            <a:pPr>
              <a:spcAft>
                <a:spcPts val="500"/>
              </a:spcAft>
              <a:defRPr sz="1600">
                <a:solidFill>
                  <a:srgbClr val="26303F"/>
                </a:solidFill>
                <a:latin typeface="Aptos"/>
              </a:defRPr>
            </a:pPr>
            <a:endParaRPr>
              <a:latin typeface="Aptos"/>
            </a:endParaRPr>
          </a:p>
          <a:p>
            <a:pPr>
              <a:spcAft>
                <a:spcPts val="500"/>
              </a:spcAft>
              <a:defRPr sz="1600">
                <a:solidFill>
                  <a:srgbClr val="26303F"/>
                </a:solidFill>
                <a:latin typeface="Aptos"/>
              </a:defRPr>
            </a:pPr>
            <a:r>
              <a:rPr>
                <a:latin typeface="Aptos"/>
              </a:rPr>
              <a:t>Before submission, add the exact pages/articles consulted and any local survey results. Use these sources to verify facts and prepare the learning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37D"/>
                </a:solidFill>
                <a:latin typeface="Aptos"/>
              </a:defRPr>
            </a:pPr>
            <a:r>
              <a:rPr>
                <a:latin typeface="Aptos"/>
              </a:rPr>
              <a:t>PSE | Digital Literacy &amp;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283571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3175</TotalTime>
  <Words>1132</Words>
  <Application>Microsoft Office PowerPoint</Application>
  <PresentationFormat>Widescreen</PresentationFormat>
  <Paragraphs>191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Varshith Reddy</dc:creator>
  <cp:lastModifiedBy>ADMIN</cp:lastModifiedBy>
  <cp:revision>5</cp:revision>
  <dcterms:created xsi:type="dcterms:W3CDTF">2026-10-06T05:03:34Z</dcterms:created>
  <dcterms:modified xsi:type="dcterms:W3CDTF">2026-10-28T18:34:06Z</dcterms:modified>
</cp:coreProperties>
</file>